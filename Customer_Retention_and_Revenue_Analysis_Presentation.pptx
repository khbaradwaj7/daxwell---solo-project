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4"/>
  </p:normalViewPr>
  <p:slideViewPr>
    <p:cSldViewPr snapToGrid="0" snapToObjects="1">
      <p:cViewPr varScale="1">
        <p:scale>
          <a:sx n="106" d="100"/>
          <a:sy n="106" d="100"/>
        </p:scale>
        <p:origin x="17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76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36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4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27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8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2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6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2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6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5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6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Customer Retention and Revenue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Data Analyst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transactional sales data to evaluate overall revenue performance</a:t>
            </a:r>
          </a:p>
          <a:p>
            <a:r>
              <a:rPr dirty="0"/>
              <a:t>Identify high-value customers and revenue contributors</a:t>
            </a:r>
          </a:p>
          <a:p>
            <a:r>
              <a:rPr dirty="0"/>
              <a:t>Measure repeat purchase behavior and retention rate</a:t>
            </a:r>
          </a:p>
          <a:p>
            <a:r>
              <a:rPr dirty="0"/>
              <a:t>Detect customers at risk of churn (&gt;90 days inactive)</a:t>
            </a:r>
          </a:p>
          <a:p>
            <a:r>
              <a:rPr dirty="0"/>
              <a:t>Provide data-driven 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Dataset: </a:t>
            </a:r>
            <a:r>
              <a:rPr dirty="0" err="1"/>
              <a:t>transactions.csv</a:t>
            </a:r>
            <a:endParaRPr dirty="0"/>
          </a:p>
          <a:p>
            <a:endParaRPr dirty="0"/>
          </a:p>
          <a:p>
            <a:r>
              <a:rPr dirty="0"/>
              <a:t>Key Columns:</a:t>
            </a:r>
          </a:p>
          <a:p>
            <a:r>
              <a:rPr dirty="0"/>
              <a:t>• </a:t>
            </a:r>
            <a:r>
              <a:rPr dirty="0" err="1"/>
              <a:t>customer_id</a:t>
            </a:r>
            <a:endParaRPr dirty="0"/>
          </a:p>
          <a:p>
            <a:r>
              <a:rPr dirty="0"/>
              <a:t>• </a:t>
            </a:r>
            <a:r>
              <a:rPr dirty="0" err="1"/>
              <a:t>order_id</a:t>
            </a:r>
            <a:endParaRPr dirty="0"/>
          </a:p>
          <a:p>
            <a:r>
              <a:rPr dirty="0"/>
              <a:t>• </a:t>
            </a:r>
            <a:r>
              <a:rPr dirty="0" err="1"/>
              <a:t>order_date</a:t>
            </a:r>
            <a:endParaRPr dirty="0"/>
          </a:p>
          <a:p>
            <a:r>
              <a:rPr dirty="0"/>
              <a:t>• quantity</a:t>
            </a:r>
          </a:p>
          <a:p>
            <a:r>
              <a:rPr dirty="0"/>
              <a:t>• price</a:t>
            </a:r>
          </a:p>
          <a:p>
            <a:endParaRPr dirty="0"/>
          </a:p>
          <a:p>
            <a:r>
              <a:rPr dirty="0"/>
              <a:t>Feature Engineering:</a:t>
            </a:r>
          </a:p>
          <a:p>
            <a:r>
              <a:rPr dirty="0"/>
              <a:t>• Created revenue column (quantity × price)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Revenue – Overall business performance</a:t>
            </a:r>
          </a:p>
          <a:p>
            <a:r>
              <a:rPr dirty="0"/>
              <a:t>Monthly Revenue Trend – Growth &amp; seasonality insights</a:t>
            </a:r>
          </a:p>
          <a:p>
            <a:r>
              <a:rPr dirty="0"/>
              <a:t>Top 5 Customers – High-value customer identification</a:t>
            </a:r>
          </a:p>
          <a:p>
            <a:r>
              <a:rPr dirty="0"/>
              <a:t>Repeat Purchase Rate – Customer retention strength</a:t>
            </a:r>
          </a:p>
          <a:p>
            <a:r>
              <a:rPr dirty="0"/>
              <a:t>Churn Risk Customers – Inactive for more than 90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Calculated total revenue using SUM(quantity × price)</a:t>
            </a:r>
          </a:p>
          <a:p>
            <a:r>
              <a:rPr dirty="0"/>
              <a:t>Aggregated revenue at customer level</a:t>
            </a:r>
          </a:p>
          <a:p>
            <a:r>
              <a:rPr dirty="0"/>
              <a:t>Identified top revenue-generating customers</a:t>
            </a:r>
          </a:p>
          <a:p>
            <a:r>
              <a:rPr dirty="0"/>
              <a:t>Analyzed monthly revenue trends using date aggregation</a:t>
            </a:r>
          </a:p>
          <a:p>
            <a:r>
              <a:rPr dirty="0"/>
              <a:t>Validated results using both Python and 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Retention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Calculated number of unique orders per customer</a:t>
            </a:r>
          </a:p>
          <a:p>
            <a:r>
              <a:rPr dirty="0"/>
              <a:t> Classified repeat customers (</a:t>
            </a:r>
            <a:r>
              <a:rPr dirty="0" err="1"/>
              <a:t>order_count</a:t>
            </a:r>
            <a:r>
              <a:rPr dirty="0"/>
              <a:t> &gt; 1)</a:t>
            </a:r>
          </a:p>
          <a:p>
            <a:r>
              <a:rPr dirty="0"/>
              <a:t> Computed repeat purchase rate</a:t>
            </a:r>
          </a:p>
          <a:p>
            <a:r>
              <a:rPr dirty="0"/>
              <a:t> Measured recency (days since last purchase)</a:t>
            </a:r>
          </a:p>
          <a:p>
            <a:r>
              <a:rPr dirty="0"/>
              <a:t> Identified churn-risk customers (&gt;90 days inactive)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trend reveals business growth patterns</a:t>
            </a:r>
          </a:p>
          <a:p>
            <a:r>
              <a:rPr dirty="0"/>
              <a:t>Small segment of customers contributes large portion of revenue</a:t>
            </a:r>
          </a:p>
          <a:p>
            <a:r>
              <a:rPr dirty="0"/>
              <a:t>Repeat customers drive long-term profitability</a:t>
            </a:r>
          </a:p>
          <a:p>
            <a:r>
              <a:rPr dirty="0"/>
              <a:t>Early identification of churn enables proactive retention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 loyalty programs for high-value customers</a:t>
            </a:r>
          </a:p>
          <a:p>
            <a:r>
              <a:rPr dirty="0"/>
              <a:t>Launch re-engagement campaigns for churn-risk customers</a:t>
            </a:r>
          </a:p>
          <a:p>
            <a:r>
              <a:rPr dirty="0"/>
              <a:t>Monitor monthly revenue trends for forecasting</a:t>
            </a:r>
          </a:p>
          <a:p>
            <a:r>
              <a:rPr dirty="0"/>
              <a:t>Focus on improving retention to increase customer lifetime value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8</TotalTime>
  <Words>270</Words>
  <Application>Microsoft Macintosh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Customer Retention and Revenue Analysis</vt:lpstr>
      <vt:lpstr>Project Objective</vt:lpstr>
      <vt:lpstr>Dataset Overview</vt:lpstr>
      <vt:lpstr>Key Performance Indicators (KPIs)</vt:lpstr>
      <vt:lpstr>Revenue Analysis</vt:lpstr>
      <vt:lpstr>Customer Retention Analysis</vt:lpstr>
      <vt:lpstr>Key Business Insights</vt:lpstr>
      <vt:lpstr>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Hemanth Baradwaj</cp:lastModifiedBy>
  <cp:revision>2</cp:revision>
  <dcterms:created xsi:type="dcterms:W3CDTF">2013-01-27T09:14:16Z</dcterms:created>
  <dcterms:modified xsi:type="dcterms:W3CDTF">2026-02-28T00:59:31Z</dcterms:modified>
  <cp:category/>
</cp:coreProperties>
</file>